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Slide 1 — Rates of reaction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Bullet content here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Slide 2 — Rates of reaction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Bullet content here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Slide 3 — Rates of reaction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Bullet content here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2026-08-28T07:49:50Z</dcterms:created>
  <dcterms:modified xsi:type="dcterms:W3CDTF">2026-08-28T07:49:50Z</dcterms:modified>
</cp:coreProperties>
</file>